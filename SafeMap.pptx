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1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93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7B3352">
              <a:alpha val="60000"/>
            </a:srgbClr>
          </a:solidFill>
          <a:ln w="12700">
            <a:solidFill>
              <a:srgbClr val="7B335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560320" cy="2560320"/>
          </a:xfrm>
          <a:prstGeom prst="ellipse">
            <a:avLst/>
          </a:prstGeom>
          <a:solidFill>
            <a:srgbClr val="5A2238">
              <a:alpha val="70000"/>
            </a:srgbClr>
          </a:solidFill>
          <a:ln w="12700">
            <a:solidFill>
              <a:srgbClr val="5A223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SafeMap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Incident Reporting &amp;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F5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Women Safety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3200400" cy="36576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Her Community Hackathon 2026  |  Team</a:t>
            </a:r>
            <a:r>
              <a:rPr lang="en-US" sz="1300" dirty="0" smtClean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Cypher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5A2238"/>
          </a:solidFill>
          <a:ln w="12700">
            <a:solidFill>
              <a:srgbClr val="5A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 •  Anonymous Reporting  •  AI-Powered Heatmap  •  Real-Time Alerts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560320" cy="2286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NEVER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5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harassment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86200" y="13258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Stigma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women stay silent due to shame or fear of retaliation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167128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21284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22585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require login, killing trust and adoption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099816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31455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86200" y="31912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Danger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map shows women WHERE it's unsafe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4032504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407822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🚔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86200" y="41239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Taken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can't act on what they don't know exists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5A2238"/>
          </a:solidFill>
          <a:ln w="12700">
            <a:solidFill>
              <a:srgbClr val="5A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C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unreported incident is another woman walking into the same danger."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606040" cy="219456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worldwide experience physical or sexual violence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423160"/>
            <a:ext cx="2606040" cy="219456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3520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incidents in public spaces go unreported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423160"/>
            <a:ext cx="2606040" cy="219456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560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give women anonymous, real-time safety maps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SAFEMAP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where women can report, see, and avoid danger — anonymously.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7830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83080"/>
            <a:ext cx="64008" cy="132588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name. No fear.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incident in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83080"/>
            <a:ext cx="64008" cy="132588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40680" y="189280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Heatmap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color-coded danger zones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as reports come 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37560"/>
            <a:ext cx="64008" cy="132588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34472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Prediction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detects patterns and warns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zones likely to turn unsafe.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3375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337560"/>
            <a:ext cx="64008" cy="1325880"/>
          </a:xfrm>
          <a:prstGeom prst="rect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🛣️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0680" y="34472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Route Suggester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around high-risk areas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route alternatives.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371600"/>
            <a:ext cx="36576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SafeMap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— instant access from any browser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36576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874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location, incident type &amp; time — fully anonymous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09728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19202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goes to Firebase database with zero identity stored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01752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834640" y="3291840"/>
            <a:ext cx="36576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947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Updates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danger map refreshes in real time for all users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60720" y="3291840"/>
            <a:ext cx="36576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7947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0128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detects patterns across reports over 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3017520"/>
            <a:ext cx="640080" cy="640080"/>
          </a:xfrm>
          <a:prstGeom prst="ellipse">
            <a:avLst/>
          </a:prstGeom>
          <a:solidFill>
            <a:srgbClr val="C84B6E"/>
          </a:solidFill>
          <a:ln w="12700">
            <a:solidFill>
              <a:srgbClr val="C84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36208" y="384048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risk score updates — users warned before entering area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32688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Identity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reports with NO account, name, or phone number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58768" y="1188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Zones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risk map: red = high, yellow = medium, green = safe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42316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84848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danger zones based on time, location &amp; history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🛣️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32688" y="2514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Routes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high-risk zones with alternative route suggestions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374904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58768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users near a freshly reported incident immediately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749040"/>
            <a:ext cx="2743200" cy="109728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84848" y="3840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Dashboard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can view anonymized stats for city planning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</a:tblGrid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+ Tailwind CSS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responsive, mobile-first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API for report submission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Realtime DB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sync — heatmap updates instantly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Leaflet.js + OpenStreetMap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open-source mapping 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Scikit-learn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detection &amp; risk zone prediction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Firebase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deployed link for demo submission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731520" cy="731520"/>
          </a:xfrm>
          <a:prstGeom prst="ellipse">
            <a:avLst/>
          </a:prstGeom>
          <a:solidFill>
            <a:srgbClr val="F5E6EA"/>
          </a:solidFill>
          <a:ln w="12700">
            <a:solidFill>
              <a:srgbClr val="EDCD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👩‍🎓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navigation to &amp; from campus, hostels, and late-night classes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731520" cy="731520"/>
          </a:xfrm>
          <a:prstGeom prst="ellipse">
            <a:avLst/>
          </a:prstGeom>
          <a:solidFill>
            <a:srgbClr val="F5E6EA"/>
          </a:solidFill>
          <a:ln w="12700">
            <a:solidFill>
              <a:srgbClr val="EDCD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715000" y="1325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Commuters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unsafe bus stops, auto stands, and metro routes at night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200400"/>
            <a:ext cx="731520" cy="731520"/>
          </a:xfrm>
          <a:prstGeom prst="ellipse">
            <a:avLst/>
          </a:prstGeom>
          <a:solidFill>
            <a:srgbClr val="F5E6EA"/>
          </a:solidFill>
          <a:ln w="12700">
            <a:solidFill>
              <a:srgbClr val="EDCD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Authorities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anonymized incident data for urban safety planning &amp; budget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CDD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200400"/>
            <a:ext cx="731520" cy="731520"/>
          </a:xfrm>
          <a:prstGeom prst="ellipse">
            <a:avLst/>
          </a:prstGeom>
          <a:solidFill>
            <a:srgbClr val="F5E6EA"/>
          </a:solidFill>
          <a:ln w="12700">
            <a:solidFill>
              <a:srgbClr val="EDCD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👮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15000" y="31089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crime hotspots and deploy patrol before incidents escalate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Real impact. Zero barriers.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PLAN — HACKATHON DAYS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84048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4389120"/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1–2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Design + Map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Wireframe, color theme, Leaflet map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3–5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 Reporting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submission → Firebase DB (no login)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6–8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reports → render live heat zones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9–11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Risk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ML model + zone risk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12–14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Route 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suggestion avoiding red zones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15–16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+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fixes, Vercel deployment, live 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84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17–18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Video + Pitch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record demo, finalize PPT, submit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C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0515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 —  </a:t>
            </a:r>
            <a:r>
              <a:rPr lang="en-US" sz="14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+ 10 regional languages for wider reach across India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8412480" cy="68580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4708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84708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 —  </a:t>
            </a:r>
            <a:r>
              <a:rPr lang="en-US" sz="14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internet using SMS-based reporting fallback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42616"/>
            <a:ext cx="8412480" cy="68580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4261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642616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 —  </a:t>
            </a:r>
            <a:r>
              <a:rPr lang="en-US" sz="14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from smartwatch triggers alert + location share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38144"/>
            <a:ext cx="8412480" cy="68580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3814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Portal  —  </a:t>
            </a:r>
            <a:r>
              <a:rPr lang="en-US" sz="14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police &amp; city planners with incident analytics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233672"/>
            <a:ext cx="8412480" cy="685800"/>
          </a:xfrm>
          <a:prstGeom prst="rect">
            <a:avLst/>
          </a:prstGeom>
          <a:solidFill>
            <a:srgbClr val="5A2238"/>
          </a:solidFill>
          <a:ln w="12700">
            <a:solidFill>
              <a:srgbClr val="7B33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3367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423367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Partnerships  —  </a:t>
            </a:r>
            <a:r>
              <a:rPr lang="en-US" sz="1400" dirty="0">
                <a:solidFill>
                  <a:srgbClr val="E8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women's helpline organizations for faster response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C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"SafeMap: Making invisible danger visible, one report at a time."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SafeMap - Elite Her Hackathon 2026</dc:title>
  <dc:subject>PptxGenJS Presentation</dc:subject>
  <dc:creator>PptxGenJS</dc:creator>
  <cp:lastModifiedBy>Admin</cp:lastModifiedBy>
  <cp:revision>2</cp:revision>
  <dcterms:created xsi:type="dcterms:W3CDTF">2026-04-09T10:30:51Z</dcterms:created>
  <dcterms:modified xsi:type="dcterms:W3CDTF">2026-04-26T16:52:42Z</dcterms:modified>
</cp:coreProperties>
</file>